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7560000" cx="10440000"/>
  <p:notesSz cx="6858000" cy="9144000"/>
  <p:embeddedFontLst>
    <p:embeddedFont>
      <p:font typeface="Archivo Medium"/>
      <p:regular r:id="rId6"/>
      <p:bold r:id="rId7"/>
      <p:italic r:id="rId8"/>
      <p:boldItalic r:id="rId9"/>
    </p:embeddedFont>
    <p:embeddedFont>
      <p:font typeface="Archiv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gbNimnkgCTdj9Ra76ZlXvtjkB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chivo-bold.fntdata"/><Relationship Id="rId10" Type="http://schemas.openxmlformats.org/officeDocument/2006/relationships/font" Target="fonts/Archivo-regular.fntdata"/><Relationship Id="rId13" Type="http://schemas.openxmlformats.org/officeDocument/2006/relationships/font" Target="fonts/Archivo-boldItalic.fntdata"/><Relationship Id="rId12" Type="http://schemas.openxmlformats.org/officeDocument/2006/relationships/font" Target="fonts/Archiv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chivoMedium-boldItalic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ArchivoMedium-regular.fntdata"/><Relationship Id="rId7" Type="http://schemas.openxmlformats.org/officeDocument/2006/relationships/font" Target="fonts/ArchivoMedium-bold.fntdata"/><Relationship Id="rId8" Type="http://schemas.openxmlformats.org/officeDocument/2006/relationships/font" Target="fonts/Archiv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61606" y="685800"/>
            <a:ext cx="473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7f27a353b_2_0:notes"/>
          <p:cNvSpPr/>
          <p:nvPr>
            <p:ph idx="2" type="sldImg"/>
          </p:nvPr>
        </p:nvSpPr>
        <p:spPr>
          <a:xfrm>
            <a:off x="1061606" y="685800"/>
            <a:ext cx="473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57f27a353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55887" y="1094389"/>
            <a:ext cx="972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55878" y="4165643"/>
            <a:ext cx="9727800" cy="11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55878" y="3161355"/>
            <a:ext cx="97278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55878" y="654105"/>
            <a:ext cx="9727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55878" y="1693927"/>
            <a:ext cx="97278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55878" y="654105"/>
            <a:ext cx="9727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55878" y="1693927"/>
            <a:ext cx="45672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5517307" y="1693927"/>
            <a:ext cx="45672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55878" y="654105"/>
            <a:ext cx="9727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55878" y="816630"/>
            <a:ext cx="32061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275" lIns="123275" spcFirstLastPara="1" rIns="123275" wrap="square" tIns="123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55878" y="2042456"/>
            <a:ext cx="3206100" cy="4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559735" y="661638"/>
            <a:ext cx="7270200" cy="60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5220000" y="-184"/>
            <a:ext cx="5220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3275" lIns="123275" spcFirstLastPara="1" rIns="123275" wrap="square" tIns="123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303130" y="1812541"/>
            <a:ext cx="4618500" cy="21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303130" y="4120006"/>
            <a:ext cx="4618500" cy="1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5639587" y="1064257"/>
            <a:ext cx="4381200" cy="54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55878" y="6218168"/>
            <a:ext cx="68490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55878" y="1625801"/>
            <a:ext cx="97278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275" lIns="123275" spcFirstLastPara="1" rIns="123275" wrap="square" tIns="123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55878" y="4633192"/>
            <a:ext cx="9727800" cy="19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873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55878" y="654105"/>
            <a:ext cx="9727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55878" y="1693927"/>
            <a:ext cx="97278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275" lIns="123275" spcFirstLastPara="1" rIns="123275" wrap="square" tIns="123275">
            <a:normAutofit/>
          </a:bodyPr>
          <a:lstStyle>
            <a:lvl1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9673278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275" lIns="123275" spcFirstLastPara="1" rIns="123275" wrap="square" tIns="123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257f27a353b_2_0" title="DIPLOMAS PLANTILLA DE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"/>
            <a:ext cx="10440003" cy="74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257f27a353b_2_0"/>
          <p:cNvSpPr txBox="1"/>
          <p:nvPr/>
        </p:nvSpPr>
        <p:spPr>
          <a:xfrm>
            <a:off x="605400" y="1730669"/>
            <a:ext cx="92292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s" sz="1700">
                <a:solidFill>
                  <a:srgbClr val="163345"/>
                </a:solidFill>
                <a:latin typeface="Archivo"/>
                <a:ea typeface="Archivo"/>
                <a:cs typeface="Archivo"/>
                <a:sym typeface="Archivo"/>
              </a:rPr>
              <a:t>Ministerio de Educación</a:t>
            </a:r>
            <a:endParaRPr b="1" sz="1700">
              <a:solidFill>
                <a:srgbClr val="1633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700">
                <a:solidFill>
                  <a:srgbClr val="16334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Instituto de Formación Técnica Superior N </a:t>
            </a:r>
            <a:endParaRPr b="0" i="0" sz="1500" u="none" cap="none" strike="noStrike">
              <a:solidFill>
                <a:srgbClr val="163345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6" name="Google Shape;56;g257f27a353b_2_0"/>
          <p:cNvSpPr txBox="1"/>
          <p:nvPr/>
        </p:nvSpPr>
        <p:spPr>
          <a:xfrm>
            <a:off x="5722850" y="1056315"/>
            <a:ext cx="427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300" u="none" cap="none" strike="noStrik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Ciudad Autónoma de Buenos Aires, …….… 2026</a:t>
            </a:r>
            <a:endParaRPr b="0" i="0" sz="1300" u="none" cap="none" strike="noStrike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" name="Google Shape;57;g257f27a353b_2_0"/>
          <p:cNvSpPr txBox="1"/>
          <p:nvPr/>
        </p:nvSpPr>
        <p:spPr>
          <a:xfrm>
            <a:off x="605400" y="2668395"/>
            <a:ext cx="922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" sz="1700">
                <a:solidFill>
                  <a:srgbClr val="16334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Por cuanto </a:t>
            </a:r>
            <a:r>
              <a:rPr lang="es" sz="1700">
                <a:solidFill>
                  <a:srgbClr val="16334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……………………………………………………………… DNI ……....……………….,</a:t>
            </a:r>
            <a:endParaRPr sz="1700">
              <a:solidFill>
                <a:srgbClr val="163345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16334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Ha finalizado los estudios correspondientes a la carrera de </a:t>
            </a:r>
            <a:endParaRPr sz="1700">
              <a:solidFill>
                <a:srgbClr val="163345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" sz="1700">
                <a:solidFill>
                  <a:srgbClr val="16334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………………………………………………………………………..……</a:t>
            </a:r>
            <a:endParaRPr sz="1700">
              <a:solidFill>
                <a:srgbClr val="163345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1633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